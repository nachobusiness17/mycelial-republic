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 Document Tools: Dogfood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Item mcp-docs | flash50 | 2026-09-28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reachable surface has no document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86 MCP tools in 7 packs; zero create DOCX, PPTX or PDF</a:t>
            </a:r>
          </a:p>
          <a:p>
            <a:r>
              <a:t>Read side exists: web-reader fetched 2 server READMEs; mapbox-docs search+fetch OK</a:t>
            </a:r>
          </a:p>
          <a:p>
            <a:r>
              <a:t>Write side absent: host config mcp.servers names no document server</a:t>
            </a:r>
          </a:p>
          <a:p>
            <a:r>
              <a:t>z.ai search/read backends: MCP -429 code 1302 on 7 of 9 searches this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Ecosystem findings and the fallback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 MCP server: about 50 tools, deep tables, but no TOC or headers tool</a:t>
            </a:r>
          </a:p>
          <a:p>
            <a:r>
              <a:t>PPTX MCP server: 34 tools; no PDF export path</a:t>
            </a:r>
          </a:p>
          <a:p>
            <a:r>
              <a:t>PDF servers: merge/split/extract first, create second</a:t>
            </a:r>
          </a:p>
          <a:p>
            <a:r>
              <a:t>Deliverables here built by python-docx 1.2.0 + python-pptx 1.0.2 + reportlab</a:t>
            </a:r>
          </a:p>
          <a:p>
            <a:r>
              <a:t>Fix: one local FastMCP document pack with a composite build-report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